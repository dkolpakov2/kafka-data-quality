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Quality for Kafka: On-Prem vs Azure Cloud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Deck + Architecture + Checklists +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Architecture Diagrams (On-Prem &amp; Azure Cloud)</a:t>
            </a:r>
          </a:p>
          <a:p>
            <a:pPr/>
            <a:r>
              <a:t>Data Quality Checklists (Producers &amp; Consumers)</a:t>
            </a:r>
          </a:p>
          <a:p>
            <a:pPr/>
            <a:r>
              <a:t>Audit Templates</a:t>
            </a:r>
          </a:p>
          <a:p>
            <a:pPr/>
            <a:r>
              <a:t>Governance Policies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 – On-Prem Kafka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  [Producers] → [Kafka Brokers] → [Zookeeper] → [Consumers]</a:t>
            </a:r>
          </a:p>
          <a:p>
            <a:r>
              <a:t>         |             |                 |             |</a:t>
            </a:r>
          </a:p>
          <a:p>
            <a:r>
              <a:t>    Schema Registry   Monitoring      Storage       ETL/Analytics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 – Azure Kafka (Event Hubs)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  [Producers] → [Azure Event Hubs (Kafka API)] → [Azure Monitor]</a:t>
            </a:r>
          </a:p>
          <a:p>
            <a:r>
              <a:t>         |                   |                       |</a:t>
            </a:r>
          </a:p>
          <a:p>
            <a:r>
              <a:t>        AAD               Auto-Scale            Capture / Archival</a:t>
            </a:r>
          </a:p>
          <a:p>
            <a:r>
              <a:t>         |                   |                       |</a:t>
            </a:r>
          </a:p>
          <a:p>
            <a:r>
              <a:t>    Schema Registry      Geo-DR Options       Databricks/ASA/ADF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Checklist – Producers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Validate schema before publishing</a:t>
            </a:r>
          </a:p>
          <a:p>
            <a:pPr/>
            <a:r>
              <a:t>Enforce required fields</a:t>
            </a:r>
          </a:p>
          <a:p>
            <a:pPr/>
            <a:r>
              <a:t>Ensure idempotent producer configuration</a:t>
            </a:r>
          </a:p>
          <a:p>
            <a:pPr/>
            <a:r>
              <a:t>Implement retry policies with backoff</a:t>
            </a:r>
          </a:p>
          <a:p>
            <a:pPr/>
            <a:r>
              <a:t>Add message timestamps</a:t>
            </a:r>
          </a:p>
          <a:p>
            <a:pPr/>
            <a:r>
              <a:t>Enforce payload size limits</a:t>
            </a:r>
          </a:p>
          <a:p>
            <a:pPr/>
            <a:r>
              <a:t>Use centralized schema registry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Checklist – Consumers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Validate messages on read</a:t>
            </a:r>
          </a:p>
          <a:p>
            <a:pPr/>
            <a:r>
              <a:t>Idempotent processing</a:t>
            </a:r>
          </a:p>
          <a:p>
            <a:pPr/>
            <a:r>
              <a:t>Dead-letter queue implementation</a:t>
            </a:r>
          </a:p>
          <a:p>
            <a:pPr/>
            <a:r>
              <a:t>Monitor consumer lag</a:t>
            </a:r>
          </a:p>
          <a:p>
            <a:pPr/>
            <a:r>
              <a:t>Use committed offsets correctly</a:t>
            </a:r>
          </a:p>
          <a:p>
            <a:pPr/>
            <a:r>
              <a:t>Apply data cleansing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Template – Kafka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    1. Topic Naming Compliance: ___________________</a:t>
            </a:r>
          </a:p>
          <a:p>
            <a:r>
              <a:t>    2. Schema Registry Enforcement: Yes / No</a:t>
            </a:r>
          </a:p>
          <a:p>
            <a:r>
              <a:t>    3. Message Validation Implemented: Yes / No</a:t>
            </a:r>
          </a:p>
          <a:p>
            <a:r>
              <a:t>    4. Dead-Letter Queue Enabled: Yes / No</a:t>
            </a:r>
          </a:p>
          <a:p>
            <a:r>
              <a:t>    5. Retention Policies Correct: Yes / No</a:t>
            </a:r>
          </a:p>
          <a:p>
            <a:r>
              <a:t>    6. Producer Authentication (AAD/ACL): Yes / No</a:t>
            </a:r>
          </a:p>
          <a:p>
            <a:r>
              <a:t>    7. Monitoring &amp; Alerts Active: Yes / No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Topic naming standards</a:t>
            </a:r>
          </a:p>
          <a:p>
            <a:pPr/>
            <a:r>
              <a:t>Schema evolution guidelines</a:t>
            </a:r>
          </a:p>
          <a:p>
            <a:pPr/>
            <a:r>
              <a:t>Security: AAD/ACL-based producer identity</a:t>
            </a:r>
          </a:p>
          <a:p>
            <a:pPr/>
            <a:r>
              <a:t>Data retention &amp; archival mandates</a:t>
            </a:r>
          </a:p>
          <a:p>
            <a:pPr/>
            <a:r>
              <a:t>Monitoring &amp; anomaly detection rules</a:t>
            </a:r>
          </a:p>
          <a:p>
            <a:pPr/>
            <a:r>
              <a:t>Data lineage via Purview or Confluent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